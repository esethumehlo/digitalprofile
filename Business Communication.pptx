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6" autoAdjust="0"/>
    <p:restoredTop sz="94660"/>
  </p:normalViewPr>
  <p:slideViewPr>
    <p:cSldViewPr snapToGrid="0">
      <p:cViewPr varScale="1">
        <p:scale>
          <a:sx n="76" d="100"/>
          <a:sy n="76" d="100"/>
        </p:scale>
        <p:origin x="5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57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17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75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66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86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70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7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93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1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9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3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577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BF9D4-4453-D86D-FEFC-6328FBBC73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en-ZA" dirty="0"/>
              <a:t>Business 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5DFD50-B0D1-800E-AA22-11D1A3C00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US" dirty="0"/>
              <a:t>Demonstrating Professional Communication in a Corporate Context</a:t>
            </a:r>
            <a:endParaRPr lang="en-ZA" dirty="0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E18414BF-9BE5-F0C7-402F-DDC74AF344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1" r="11948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74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CA9CC-65FF-2F51-D763-621727CCA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Overview of Business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69430-7816-9CC5-6D1A-9748AA8C3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communication refers to the process of sharing information within and outside an organization.</a:t>
            </a:r>
          </a:p>
          <a:p>
            <a:r>
              <a:rPr lang="en-US" dirty="0"/>
              <a:t>Effective communication builds professional relationships and ensures organizational goals are achieved.</a:t>
            </a:r>
          </a:p>
          <a:p>
            <a:r>
              <a:rPr lang="en-US" dirty="0"/>
              <a:t>In ICT environments, clarity, tone, and digital etiquette are essential.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0132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05E0B-3056-2E3B-A584-ACD990EF7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Key Learning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D6E153-2F7A-7110-D70B-B09A4801AC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importance of tone and structure in professional writing.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etiquette and clarity in workplace communication.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communication supports collaboration and productivity.</a:t>
            </a:r>
          </a:p>
        </p:txBody>
      </p:sp>
    </p:spTree>
    <p:extLst>
      <p:ext uri="{BB962C8B-B14F-4D97-AF65-F5344CB8AC3E}">
        <p14:creationId xmlns:p14="http://schemas.microsoft.com/office/powerpoint/2010/main" val="2859056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773F9-3B19-8C00-4474-FE95A067A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A" dirty="0"/>
              <a:t>Email to my project mentor explaining why I could not meet his deadline and asking </a:t>
            </a:r>
            <a:r>
              <a:rPr lang="en-ZA" dirty="0" err="1"/>
              <a:t>ofr</a:t>
            </a:r>
            <a:r>
              <a:rPr lang="en-ZA" dirty="0"/>
              <a:t> an extension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FF88C1-D04F-9085-11AD-6545A1F40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75408" y="3938442"/>
            <a:ext cx="5525615" cy="2005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DA9968-0066-5275-0D2B-2040412BB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06" y="2419506"/>
            <a:ext cx="6147624" cy="377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5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A418B-1215-225C-CFD3-BA15F4496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Reflection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9AB9B-D530-7AC7-32DE-275D54EEB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Situation:</a:t>
            </a:r>
            <a:r>
              <a:rPr lang="en-US" dirty="0"/>
              <a:t> During the Work Readiness Training, I needed to improve my formal communication.</a:t>
            </a:r>
          </a:p>
          <a:p>
            <a:r>
              <a:rPr lang="en-US" b="1" dirty="0"/>
              <a:t>Task:</a:t>
            </a:r>
            <a:r>
              <a:rPr lang="en-US" dirty="0"/>
              <a:t> My goal was to develop effective writing skills for corporate settings even though I was in the wrong.</a:t>
            </a:r>
          </a:p>
          <a:p>
            <a:r>
              <a:rPr lang="en-US" b="1" dirty="0"/>
              <a:t>Action:</a:t>
            </a:r>
            <a:r>
              <a:rPr lang="en-US" dirty="0"/>
              <a:t> I practiced drafting professional emails and refined my tone and structure.</a:t>
            </a:r>
          </a:p>
          <a:p>
            <a:r>
              <a:rPr lang="en-US" b="1" dirty="0"/>
              <a:t>Result:</a:t>
            </a:r>
            <a:r>
              <a:rPr lang="en-US" dirty="0"/>
              <a:t> I can now communicate professionally and with confidence in any business context.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2180606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167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Calisto MT</vt:lpstr>
      <vt:lpstr>Univers Condensed</vt:lpstr>
      <vt:lpstr>ChronicleVTI</vt:lpstr>
      <vt:lpstr>Business Communication</vt:lpstr>
      <vt:lpstr>Overview of Business Communication</vt:lpstr>
      <vt:lpstr>Key Learning Outcomes</vt:lpstr>
      <vt:lpstr>Email to my project mentor explaining why I could not meet his deadline and asking ofr an extension</vt:lpstr>
      <vt:lpstr>Reflection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Esethu Gift Mehlo</dc:creator>
  <cp:lastModifiedBy>Esethu Gift Mehlo</cp:lastModifiedBy>
  <cp:revision>1</cp:revision>
  <dcterms:created xsi:type="dcterms:W3CDTF">2025-10-18T21:43:09Z</dcterms:created>
  <dcterms:modified xsi:type="dcterms:W3CDTF">2025-10-18T21:54:51Z</dcterms:modified>
</cp:coreProperties>
</file>